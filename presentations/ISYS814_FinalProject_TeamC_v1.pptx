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9" r:id="rId3"/>
    <p:sldId id="260" r:id="rId4"/>
    <p:sldId id="261" r:id="rId5"/>
    <p:sldId id="265" r:id="rId6"/>
    <p:sldId id="262" r:id="rId7"/>
    <p:sldId id="263" r:id="rId8"/>
    <p:sldId id="266" r:id="rId9"/>
    <p:sldId id="270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o Asaulyuk" userId="0948fcb0-c643-4b32-956b-c7893e46c85b" providerId="ADAL" clId="{39831790-BB9B-592B-9ACA-50435892F92C}"/>
    <pc:docChg chg="undo redo custSel addSld delSld modSld sldOrd modMainMaster">
      <pc:chgData name="Marko Asaulyuk" userId="0948fcb0-c643-4b32-956b-c7893e46c85b" providerId="ADAL" clId="{39831790-BB9B-592B-9ACA-50435892F92C}" dt="2026-05-05T21:20:11.270" v="748" actId="1076"/>
      <pc:docMkLst>
        <pc:docMk/>
      </pc:docMkLst>
      <pc:sldChg chg="modSp mod modTransition setBg modAnim">
        <pc:chgData name="Marko Asaulyuk" userId="0948fcb0-c643-4b32-956b-c7893e46c85b" providerId="ADAL" clId="{39831790-BB9B-592B-9ACA-50435892F92C}" dt="2026-05-04T22:52:09.429" v="335"/>
        <pc:sldMkLst>
          <pc:docMk/>
          <pc:sldMk cId="2487377157" sldId="256"/>
        </pc:sldMkLst>
        <pc:spChg chg="mod">
          <ac:chgData name="Marko Asaulyuk" userId="0948fcb0-c643-4b32-956b-c7893e46c85b" providerId="ADAL" clId="{39831790-BB9B-592B-9ACA-50435892F92C}" dt="2026-05-04T21:35:53.972" v="27"/>
          <ac:spMkLst>
            <pc:docMk/>
            <pc:sldMk cId="2487377157" sldId="256"/>
            <ac:spMk id="2" creationId="{47E09DEF-1269-BAD3-B91E-E399F3A84CBC}"/>
          </ac:spMkLst>
        </pc:spChg>
      </pc:sldChg>
      <pc:sldChg chg="addSp delSp modSp add del mod setBg addAnim delAnim setClrOvrMap">
        <pc:chgData name="Marko Asaulyuk" userId="0948fcb0-c643-4b32-956b-c7893e46c85b" providerId="ADAL" clId="{39831790-BB9B-592B-9ACA-50435892F92C}" dt="2026-05-04T22:30:08.497" v="277" actId="2696"/>
        <pc:sldMkLst>
          <pc:docMk/>
          <pc:sldMk cId="1284828283" sldId="257"/>
        </pc:sldMkLst>
        <pc:spChg chg="del mod ord">
          <ac:chgData name="Marko Asaulyuk" userId="0948fcb0-c643-4b32-956b-c7893e46c85b" providerId="ADAL" clId="{39831790-BB9B-592B-9ACA-50435892F92C}" dt="2026-05-04T22:09:46.204" v="210" actId="21"/>
          <ac:spMkLst>
            <pc:docMk/>
            <pc:sldMk cId="1284828283" sldId="257"/>
            <ac:spMk id="2" creationId="{5B848085-60E2-B2F5-0BBB-77F6DFF8080E}"/>
          </ac:spMkLst>
        </pc:spChg>
        <pc:spChg chg="add del">
          <ac:chgData name="Marko Asaulyuk" userId="0948fcb0-c643-4b32-956b-c7893e46c85b" providerId="ADAL" clId="{39831790-BB9B-592B-9ACA-50435892F92C}" dt="2026-05-04T21:44:41.822" v="47" actId="478"/>
          <ac:spMkLst>
            <pc:docMk/>
            <pc:sldMk cId="1284828283" sldId="257"/>
            <ac:spMk id="4" creationId="{858A4ED3-CD34-9BB6-EC86-D97C22D9AC51}"/>
          </ac:spMkLst>
        </pc:spChg>
        <pc:spChg chg="add del">
          <ac:chgData name="Marko Asaulyuk" userId="0948fcb0-c643-4b32-956b-c7893e46c85b" providerId="ADAL" clId="{39831790-BB9B-592B-9ACA-50435892F92C}" dt="2026-05-04T22:04:57.063" v="167" actId="26606"/>
          <ac:spMkLst>
            <pc:docMk/>
            <pc:sldMk cId="1284828283" sldId="257"/>
            <ac:spMk id="12" creationId="{DEF92653-5D6D-47E6-8744-0DAF76E049C4}"/>
          </ac:spMkLst>
        </pc:spChg>
        <pc:spChg chg="add del mod">
          <ac:chgData name="Marko Asaulyuk" userId="0948fcb0-c643-4b32-956b-c7893e46c85b" providerId="ADAL" clId="{39831790-BB9B-592B-9ACA-50435892F92C}" dt="2026-05-04T22:25:33.423" v="244" actId="21"/>
          <ac:spMkLst>
            <pc:docMk/>
            <pc:sldMk cId="1284828283" sldId="257"/>
            <ac:spMk id="13" creationId="{99BCDC94-81CC-0110-D466-30B0B7B7BE46}"/>
          </ac:spMkLst>
        </pc:spChg>
        <pc:spChg chg="add del">
          <ac:chgData name="Marko Asaulyuk" userId="0948fcb0-c643-4b32-956b-c7893e46c85b" providerId="ADAL" clId="{39831790-BB9B-592B-9ACA-50435892F92C}" dt="2026-05-04T21:59:58.212" v="106" actId="26606"/>
          <ac:spMkLst>
            <pc:docMk/>
            <pc:sldMk cId="1284828283" sldId="257"/>
            <ac:spMk id="20" creationId="{33E93247-6229-44AB-A550-739E971E690B}"/>
          </ac:spMkLst>
        </pc:spChg>
        <pc:spChg chg="add del">
          <ac:chgData name="Marko Asaulyuk" userId="0948fcb0-c643-4b32-956b-c7893e46c85b" providerId="ADAL" clId="{39831790-BB9B-592B-9ACA-50435892F92C}" dt="2026-05-04T21:59:58.212" v="106" actId="26606"/>
          <ac:spMkLst>
            <pc:docMk/>
            <pc:sldMk cId="1284828283" sldId="257"/>
            <ac:spMk id="22" creationId="{BC30665E-D592-446F-98EB-15F172A22697}"/>
          </ac:spMkLst>
        </pc:spChg>
        <pc:spChg chg="add del">
          <ac:chgData name="Marko Asaulyuk" userId="0948fcb0-c643-4b32-956b-c7893e46c85b" providerId="ADAL" clId="{39831790-BB9B-592B-9ACA-50435892F92C}" dt="2026-05-04T21:47:01.171" v="60" actId="26606"/>
          <ac:spMkLst>
            <pc:docMk/>
            <pc:sldMk cId="1284828283" sldId="257"/>
            <ac:spMk id="25" creationId="{33E93247-6229-44AB-A550-739E971E690B}"/>
          </ac:spMkLst>
        </pc:spChg>
        <pc:spChg chg="add del">
          <ac:chgData name="Marko Asaulyuk" userId="0948fcb0-c643-4b32-956b-c7893e46c85b" providerId="ADAL" clId="{39831790-BB9B-592B-9ACA-50435892F92C}" dt="2026-05-04T22:00:05.684" v="108" actId="26606"/>
          <ac:spMkLst>
            <pc:docMk/>
            <pc:sldMk cId="1284828283" sldId="257"/>
            <ac:spMk id="28" creationId="{33E93247-6229-44AB-A550-739E971E690B}"/>
          </ac:spMkLst>
        </pc:spChg>
        <pc:spChg chg="add del">
          <ac:chgData name="Marko Asaulyuk" userId="0948fcb0-c643-4b32-956b-c7893e46c85b" providerId="ADAL" clId="{39831790-BB9B-592B-9ACA-50435892F92C}" dt="2026-05-04T22:04:05.165" v="156" actId="26606"/>
          <ac:spMkLst>
            <pc:docMk/>
            <pc:sldMk cId="1284828283" sldId="257"/>
            <ac:spMk id="34" creationId="{33E93247-6229-44AB-A550-739E971E690B}"/>
          </ac:spMkLst>
        </pc:spChg>
        <pc:spChg chg="add del">
          <ac:chgData name="Marko Asaulyuk" userId="0948fcb0-c643-4b32-956b-c7893e46c85b" providerId="ADAL" clId="{39831790-BB9B-592B-9ACA-50435892F92C}" dt="2026-05-04T22:04:43.903" v="163" actId="26606"/>
          <ac:spMkLst>
            <pc:docMk/>
            <pc:sldMk cId="1284828283" sldId="257"/>
            <ac:spMk id="37" creationId="{33E93247-6229-44AB-A550-739E971E690B}"/>
          </ac:spMkLst>
        </pc:spChg>
        <pc:spChg chg="add del">
          <ac:chgData name="Marko Asaulyuk" userId="0948fcb0-c643-4b32-956b-c7893e46c85b" providerId="ADAL" clId="{39831790-BB9B-592B-9ACA-50435892F92C}" dt="2026-05-04T22:04:43.903" v="163" actId="26606"/>
          <ac:spMkLst>
            <pc:docMk/>
            <pc:sldMk cId="1284828283" sldId="257"/>
            <ac:spMk id="38" creationId="{A5D67320-FCFD-4931-AAF7-C6C853329C7F}"/>
          </ac:spMkLst>
        </pc:spChg>
        <pc:spChg chg="add del">
          <ac:chgData name="Marko Asaulyuk" userId="0948fcb0-c643-4b32-956b-c7893e46c85b" providerId="ADAL" clId="{39831790-BB9B-592B-9ACA-50435892F92C}" dt="2026-05-04T22:04:45.122" v="165" actId="26606"/>
          <ac:spMkLst>
            <pc:docMk/>
            <pc:sldMk cId="1284828283" sldId="257"/>
            <ac:spMk id="43" creationId="{33E93247-6229-44AB-A550-739E971E690B}"/>
          </ac:spMkLst>
        </pc:spChg>
        <pc:spChg chg="add del">
          <ac:chgData name="Marko Asaulyuk" userId="0948fcb0-c643-4b32-956b-c7893e46c85b" providerId="ADAL" clId="{39831790-BB9B-592B-9ACA-50435892F92C}" dt="2026-05-04T22:04:45.122" v="165" actId="26606"/>
          <ac:spMkLst>
            <pc:docMk/>
            <pc:sldMk cId="1284828283" sldId="257"/>
            <ac:spMk id="44" creationId="{6BB6B482-ACCA-4938-8AEA-49D525C17221}"/>
          </ac:spMkLst>
        </pc:spChg>
        <pc:spChg chg="add del">
          <ac:chgData name="Marko Asaulyuk" userId="0948fcb0-c643-4b32-956b-c7893e46c85b" providerId="ADAL" clId="{39831790-BB9B-592B-9ACA-50435892F92C}" dt="2026-05-04T22:04:45.122" v="165" actId="26606"/>
          <ac:spMkLst>
            <pc:docMk/>
            <pc:sldMk cId="1284828283" sldId="257"/>
            <ac:spMk id="46" creationId="{612349FF-7742-42ED-ADF3-238B5DDD176C}"/>
          </ac:spMkLst>
        </pc:spChg>
        <pc:spChg chg="add del mod">
          <ac:chgData name="Marko Asaulyuk" userId="0948fcb0-c643-4b32-956b-c7893e46c85b" providerId="ADAL" clId="{39831790-BB9B-592B-9ACA-50435892F92C}" dt="2026-05-04T22:25:35.254" v="245" actId="478"/>
          <ac:spMkLst>
            <pc:docMk/>
            <pc:sldMk cId="1284828283" sldId="257"/>
            <ac:spMk id="48" creationId="{385BD55E-CAEC-A419-FC60-D810944A6855}"/>
          </ac:spMkLst>
        </pc:spChg>
        <pc:spChg chg="add del">
          <ac:chgData name="Marko Asaulyuk" userId="0948fcb0-c643-4b32-956b-c7893e46c85b" providerId="ADAL" clId="{39831790-BB9B-592B-9ACA-50435892F92C}" dt="2026-05-04T22:04:57.063" v="167" actId="26606"/>
          <ac:spMkLst>
            <pc:docMk/>
            <pc:sldMk cId="1284828283" sldId="257"/>
            <ac:spMk id="51" creationId="{33E93247-6229-44AB-A550-739E971E690B}"/>
          </ac:spMkLst>
        </pc:spChg>
        <pc:spChg chg="add del">
          <ac:chgData name="Marko Asaulyuk" userId="0948fcb0-c643-4b32-956b-c7893e46c85b" providerId="ADAL" clId="{39831790-BB9B-592B-9ACA-50435892F92C}" dt="2026-05-04T22:04:57.063" v="167" actId="26606"/>
          <ac:spMkLst>
            <pc:docMk/>
            <pc:sldMk cId="1284828283" sldId="257"/>
            <ac:spMk id="52" creationId="{D21F66AB-6D67-4C86-A415-0B6E4EEC5ABA}"/>
          </ac:spMkLst>
        </pc:spChg>
        <pc:spChg chg="add del mod">
          <ac:chgData name="Marko Asaulyuk" userId="0948fcb0-c643-4b32-956b-c7893e46c85b" providerId="ADAL" clId="{39831790-BB9B-592B-9ACA-50435892F92C}" dt="2026-05-04T22:27:20.876" v="255" actId="21"/>
          <ac:spMkLst>
            <pc:docMk/>
            <pc:sldMk cId="1284828283" sldId="257"/>
            <ac:spMk id="54" creationId="{5F7C1747-2FE8-F149-B669-A72040945892}"/>
          </ac:spMkLst>
        </pc:spChg>
        <pc:spChg chg="add del mod">
          <ac:chgData name="Marko Asaulyuk" userId="0948fcb0-c643-4b32-956b-c7893e46c85b" providerId="ADAL" clId="{39831790-BB9B-592B-9ACA-50435892F92C}" dt="2026-05-04T22:27:23.766" v="256" actId="478"/>
          <ac:spMkLst>
            <pc:docMk/>
            <pc:sldMk cId="1284828283" sldId="257"/>
            <ac:spMk id="56" creationId="{3B64AECF-8FCD-6F9D-8046-45FC123B77D5}"/>
          </ac:spMkLst>
        </pc:spChg>
        <pc:spChg chg="add del mod">
          <ac:chgData name="Marko Asaulyuk" userId="0948fcb0-c643-4b32-956b-c7893e46c85b" providerId="ADAL" clId="{39831790-BB9B-592B-9ACA-50435892F92C}" dt="2026-05-04T22:29:29.441" v="263" actId="21"/>
          <ac:spMkLst>
            <pc:docMk/>
            <pc:sldMk cId="1284828283" sldId="257"/>
            <ac:spMk id="57" creationId="{62E70DCB-6E59-7F44-3D0D-8B1DB7385849}"/>
          </ac:spMkLst>
        </pc:spChg>
        <pc:spChg chg="add del mod">
          <ac:chgData name="Marko Asaulyuk" userId="0948fcb0-c643-4b32-956b-c7893e46c85b" providerId="ADAL" clId="{39831790-BB9B-592B-9ACA-50435892F92C}" dt="2026-05-04T22:29:31.500" v="264" actId="478"/>
          <ac:spMkLst>
            <pc:docMk/>
            <pc:sldMk cId="1284828283" sldId="257"/>
            <ac:spMk id="59" creationId="{3F31F471-5A8B-6874-833D-D88F64153F4F}"/>
          </ac:spMkLst>
        </pc:spChg>
        <pc:picChg chg="add del mod">
          <ac:chgData name="Marko Asaulyuk" userId="0948fcb0-c643-4b32-956b-c7893e46c85b" providerId="ADAL" clId="{39831790-BB9B-592B-9ACA-50435892F92C}" dt="2026-05-04T21:45:23.802" v="52" actId="478"/>
          <ac:picMkLst>
            <pc:docMk/>
            <pc:sldMk cId="1284828283" sldId="257"/>
            <ac:picMk id="6" creationId="{063948A4-CD13-697F-56D3-613687E69A9E}"/>
          </ac:picMkLst>
        </pc:picChg>
        <pc:picChg chg="add del mod modCrop">
          <ac:chgData name="Marko Asaulyuk" userId="0948fcb0-c643-4b32-956b-c7893e46c85b" providerId="ADAL" clId="{39831790-BB9B-592B-9ACA-50435892F92C}" dt="2026-05-04T22:20:06.529" v="226" actId="478"/>
          <ac:picMkLst>
            <pc:docMk/>
            <pc:sldMk cId="1284828283" sldId="257"/>
            <ac:picMk id="9" creationId="{682634B9-13AC-1BE5-D3F4-97968C5D0745}"/>
          </ac:picMkLst>
        </pc:picChg>
        <pc:picChg chg="add del mod">
          <ac:chgData name="Marko Asaulyuk" userId="0948fcb0-c643-4b32-956b-c7893e46c85b" providerId="ADAL" clId="{39831790-BB9B-592B-9ACA-50435892F92C}" dt="2026-05-04T22:29:16.447" v="262" actId="478"/>
          <ac:picMkLst>
            <pc:docMk/>
            <pc:sldMk cId="1284828283" sldId="257"/>
            <ac:picMk id="17" creationId="{DBE31DD1-C880-C393-D30D-6B1FEE929DDE}"/>
          </ac:picMkLst>
        </pc:picChg>
        <pc:picChg chg="add del mod">
          <ac:chgData name="Marko Asaulyuk" userId="0948fcb0-c643-4b32-956b-c7893e46c85b" providerId="ADAL" clId="{39831790-BB9B-592B-9ACA-50435892F92C}" dt="2026-05-04T22:30:05.401" v="276" actId="478"/>
          <ac:picMkLst>
            <pc:docMk/>
            <pc:sldMk cId="1284828283" sldId="257"/>
            <ac:picMk id="61" creationId="{A247FECE-F381-192D-9B1D-85959AA49C96}"/>
          </ac:picMkLst>
        </pc:picChg>
        <pc:cxnChg chg="add del">
          <ac:chgData name="Marko Asaulyuk" userId="0948fcb0-c643-4b32-956b-c7893e46c85b" providerId="ADAL" clId="{39831790-BB9B-592B-9ACA-50435892F92C}" dt="2026-05-04T22:04:57.063" v="167" actId="26606"/>
          <ac:cxnSpMkLst>
            <pc:docMk/>
            <pc:sldMk cId="1284828283" sldId="257"/>
            <ac:cxnSpMk id="8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4T22:04:43.907" v="164" actId="26606"/>
          <ac:cxnSpMkLst>
            <pc:docMk/>
            <pc:sldMk cId="1284828283" sldId="257"/>
            <ac:cxnSpMk id="10" creationId="{085AA86F-6A4D-4BCB-A045-D992CDC2959B}"/>
          </ac:cxnSpMkLst>
        </pc:cxnChg>
        <pc:cxnChg chg="add del">
          <ac:chgData name="Marko Asaulyuk" userId="0948fcb0-c643-4b32-956b-c7893e46c85b" providerId="ADAL" clId="{39831790-BB9B-592B-9ACA-50435892F92C}" dt="2026-05-04T22:04:57.063" v="167" actId="26606"/>
          <ac:cxnSpMkLst>
            <pc:docMk/>
            <pc:sldMk cId="1284828283" sldId="257"/>
            <ac:cxnSpMk id="14" creationId="{9CA98CE3-81A7-4FFE-A047-9AA65998D877}"/>
          </ac:cxnSpMkLst>
        </pc:cxnChg>
        <pc:cxnChg chg="add del">
          <ac:chgData name="Marko Asaulyuk" userId="0948fcb0-c643-4b32-956b-c7893e46c85b" providerId="ADAL" clId="{39831790-BB9B-592B-9ACA-50435892F92C}" dt="2026-05-04T22:04:57.063" v="167" actId="26606"/>
          <ac:cxnSpMkLst>
            <pc:docMk/>
            <pc:sldMk cId="1284828283" sldId="257"/>
            <ac:cxnSpMk id="16" creationId="{18D91C2B-BDB9-49BE-9C44-E0CFE597ABFE}"/>
          </ac:cxnSpMkLst>
        </pc:cxnChg>
        <pc:cxnChg chg="add del">
          <ac:chgData name="Marko Asaulyuk" userId="0948fcb0-c643-4b32-956b-c7893e46c85b" providerId="ADAL" clId="{39831790-BB9B-592B-9ACA-50435892F92C}" dt="2026-05-04T21:59:58.212" v="106" actId="26606"/>
          <ac:cxnSpMkLst>
            <pc:docMk/>
            <pc:sldMk cId="1284828283" sldId="257"/>
            <ac:cxnSpMk id="18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4T21:59:58.212" v="106" actId="26606"/>
          <ac:cxnSpMkLst>
            <pc:docMk/>
            <pc:sldMk cId="1284828283" sldId="257"/>
            <ac:cxnSpMk id="19" creationId="{085AA86F-6A4D-4BCB-A045-D992CDC2959B}"/>
          </ac:cxnSpMkLst>
        </pc:cxnChg>
        <pc:cxnChg chg="add del">
          <ac:chgData name="Marko Asaulyuk" userId="0948fcb0-c643-4b32-956b-c7893e46c85b" providerId="ADAL" clId="{39831790-BB9B-592B-9ACA-50435892F92C}" dt="2026-05-04T21:47:01.171" v="60" actId="26606"/>
          <ac:cxnSpMkLst>
            <pc:docMk/>
            <pc:sldMk cId="1284828283" sldId="257"/>
            <ac:cxnSpMk id="21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4T21:47:01.171" v="60" actId="26606"/>
          <ac:cxnSpMkLst>
            <pc:docMk/>
            <pc:sldMk cId="1284828283" sldId="257"/>
            <ac:cxnSpMk id="23" creationId="{085AA86F-6A4D-4BCB-A045-D992CDC2959B}"/>
          </ac:cxnSpMkLst>
        </pc:cxnChg>
        <pc:cxnChg chg="add del">
          <ac:chgData name="Marko Asaulyuk" userId="0948fcb0-c643-4b32-956b-c7893e46c85b" providerId="ADAL" clId="{39831790-BB9B-592B-9ACA-50435892F92C}" dt="2026-05-04T22:00:05.684" v="108" actId="26606"/>
          <ac:cxnSpMkLst>
            <pc:docMk/>
            <pc:sldMk cId="1284828283" sldId="257"/>
            <ac:cxnSpMk id="24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4T22:00:05.684" v="108" actId="26606"/>
          <ac:cxnSpMkLst>
            <pc:docMk/>
            <pc:sldMk cId="1284828283" sldId="257"/>
            <ac:cxnSpMk id="30" creationId="{EE2E603F-4A95-4FE8-BB06-211DFD75DBEF}"/>
          </ac:cxnSpMkLst>
        </pc:cxnChg>
        <pc:cxnChg chg="add del">
          <ac:chgData name="Marko Asaulyuk" userId="0948fcb0-c643-4b32-956b-c7893e46c85b" providerId="ADAL" clId="{39831790-BB9B-592B-9ACA-50435892F92C}" dt="2026-05-04T22:04:43.903" v="163" actId="26606"/>
          <ac:cxnSpMkLst>
            <pc:docMk/>
            <pc:sldMk cId="1284828283" sldId="257"/>
            <ac:cxnSpMk id="31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4T22:04:05.165" v="156" actId="26606"/>
          <ac:cxnSpMkLst>
            <pc:docMk/>
            <pc:sldMk cId="1284828283" sldId="257"/>
            <ac:cxnSpMk id="32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4T22:04:05.165" v="156" actId="26606"/>
          <ac:cxnSpMkLst>
            <pc:docMk/>
            <pc:sldMk cId="1284828283" sldId="257"/>
            <ac:cxnSpMk id="33" creationId="{085AA86F-6A4D-4BCB-A045-D992CDC2959B}"/>
          </ac:cxnSpMkLst>
        </pc:cxnChg>
        <pc:cxnChg chg="add del">
          <ac:chgData name="Marko Asaulyuk" userId="0948fcb0-c643-4b32-956b-c7893e46c85b" providerId="ADAL" clId="{39831790-BB9B-592B-9ACA-50435892F92C}" dt="2026-05-04T22:04:43.903" v="163" actId="26606"/>
          <ac:cxnSpMkLst>
            <pc:docMk/>
            <pc:sldMk cId="1284828283" sldId="257"/>
            <ac:cxnSpMk id="39" creationId="{EE2E603F-4A95-4FE8-BB06-211DFD75DBEF}"/>
          </ac:cxnSpMkLst>
        </pc:cxnChg>
        <pc:cxnChg chg="del">
          <ac:chgData name="Marko Asaulyuk" userId="0948fcb0-c643-4b32-956b-c7893e46c85b" providerId="ADAL" clId="{39831790-BB9B-592B-9ACA-50435892F92C}" dt="2026-05-04T22:04:45.122" v="165" actId="26606"/>
          <ac:cxnSpMkLst>
            <pc:docMk/>
            <pc:sldMk cId="1284828283" sldId="257"/>
            <ac:cxnSpMk id="41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4T22:04:57.063" v="167" actId="26606"/>
          <ac:cxnSpMkLst>
            <pc:docMk/>
            <pc:sldMk cId="1284828283" sldId="257"/>
            <ac:cxnSpMk id="50" creationId="{085AA86F-6A4D-4BCB-A045-D992CDC2959B}"/>
          </ac:cxnSpMkLst>
        </pc:cxnChg>
        <pc:cxnChg chg="add del">
          <ac:chgData name="Marko Asaulyuk" userId="0948fcb0-c643-4b32-956b-c7893e46c85b" providerId="ADAL" clId="{39831790-BB9B-592B-9ACA-50435892F92C}" dt="2026-05-04T22:04:57.063" v="167" actId="26606"/>
          <ac:cxnSpMkLst>
            <pc:docMk/>
            <pc:sldMk cId="1284828283" sldId="257"/>
            <ac:cxnSpMk id="53" creationId="{0B66F5E1-B07D-4718-F4B4-5FCE4B7E8F44}"/>
          </ac:cxnSpMkLst>
        </pc:cxnChg>
      </pc:sldChg>
      <pc:sldChg chg="new del">
        <pc:chgData name="Marko Asaulyuk" userId="0948fcb0-c643-4b32-956b-c7893e46c85b" providerId="ADAL" clId="{39831790-BB9B-592B-9ACA-50435892F92C}" dt="2026-05-04T22:09:58.351" v="213" actId="2696"/>
        <pc:sldMkLst>
          <pc:docMk/>
          <pc:sldMk cId="4175665730" sldId="258"/>
        </pc:sldMkLst>
      </pc:sldChg>
      <pc:sldChg chg="addSp delSp modSp add mod ord modTransition">
        <pc:chgData name="Marko Asaulyuk" userId="0948fcb0-c643-4b32-956b-c7893e46c85b" providerId="ADAL" clId="{39831790-BB9B-592B-9ACA-50435892F92C}" dt="2026-05-05T19:25:21.053" v="616" actId="1076"/>
        <pc:sldMkLst>
          <pc:docMk/>
          <pc:sldMk cId="2863927827" sldId="259"/>
        </pc:sldMkLst>
        <pc:spChg chg="add del mod">
          <ac:chgData name="Marko Asaulyuk" userId="0948fcb0-c643-4b32-956b-c7893e46c85b" providerId="ADAL" clId="{39831790-BB9B-592B-9ACA-50435892F92C}" dt="2026-05-05T18:21:31.848" v="391" actId="21"/>
          <ac:spMkLst>
            <pc:docMk/>
            <pc:sldMk cId="2863927827" sldId="259"/>
            <ac:spMk id="2" creationId="{460DF317-74C5-72E0-15D9-6AF978447823}"/>
          </ac:spMkLst>
        </pc:spChg>
        <pc:spChg chg="add del mod">
          <ac:chgData name="Marko Asaulyuk" userId="0948fcb0-c643-4b32-956b-c7893e46c85b" providerId="ADAL" clId="{39831790-BB9B-592B-9ACA-50435892F92C}" dt="2026-05-05T19:25:01.306" v="610" actId="478"/>
          <ac:spMkLst>
            <pc:docMk/>
            <pc:sldMk cId="2863927827" sldId="259"/>
            <ac:spMk id="5" creationId="{A75EE7AF-7A19-7E8E-669A-5BBA79929CF6}"/>
          </ac:spMkLst>
        </pc:spChg>
        <pc:spChg chg="del">
          <ac:chgData name="Marko Asaulyuk" userId="0948fcb0-c643-4b32-956b-c7893e46c85b" providerId="ADAL" clId="{39831790-BB9B-592B-9ACA-50435892F92C}" dt="2026-05-04T22:10:05.802" v="216" actId="478"/>
          <ac:spMkLst>
            <pc:docMk/>
            <pc:sldMk cId="2863927827" sldId="259"/>
            <ac:spMk id="13" creationId="{D6DD7046-5AD4-F8AE-FC9D-F0BE6FDD0E85}"/>
          </ac:spMkLst>
        </pc:spChg>
        <pc:picChg chg="add mod">
          <ac:chgData name="Marko Asaulyuk" userId="0948fcb0-c643-4b32-956b-c7893e46c85b" providerId="ADAL" clId="{39831790-BB9B-592B-9ACA-50435892F92C}" dt="2026-05-05T18:21:25.242" v="387" actId="1076"/>
          <ac:picMkLst>
            <pc:docMk/>
            <pc:sldMk cId="2863927827" sldId="259"/>
            <ac:picMk id="3" creationId="{3E922323-8C69-5608-E2A3-9898C17B5D89}"/>
          </ac:picMkLst>
        </pc:picChg>
        <pc:picChg chg="add del mod">
          <ac:chgData name="Marko Asaulyuk" userId="0948fcb0-c643-4b32-956b-c7893e46c85b" providerId="ADAL" clId="{39831790-BB9B-592B-9ACA-50435892F92C}" dt="2026-05-05T19:24:55.656" v="609" actId="478"/>
          <ac:picMkLst>
            <pc:docMk/>
            <pc:sldMk cId="2863927827" sldId="259"/>
            <ac:picMk id="4" creationId="{EC110EB0-1E84-5124-6FCC-AADC3A406711}"/>
          </ac:picMkLst>
        </pc:picChg>
        <pc:picChg chg="add mod">
          <ac:chgData name="Marko Asaulyuk" userId="0948fcb0-c643-4b32-956b-c7893e46c85b" providerId="ADAL" clId="{39831790-BB9B-592B-9ACA-50435892F92C}" dt="2026-05-05T19:25:21.053" v="616" actId="1076"/>
          <ac:picMkLst>
            <pc:docMk/>
            <pc:sldMk cId="2863927827" sldId="259"/>
            <ac:picMk id="7" creationId="{1C396E1D-230D-2901-D429-65FCABB78274}"/>
          </ac:picMkLst>
        </pc:picChg>
        <pc:picChg chg="del mod">
          <ac:chgData name="Marko Asaulyuk" userId="0948fcb0-c643-4b32-956b-c7893e46c85b" providerId="ADAL" clId="{39831790-BB9B-592B-9ACA-50435892F92C}" dt="2026-05-05T18:21:09.368" v="377" actId="478"/>
          <ac:picMkLst>
            <pc:docMk/>
            <pc:sldMk cId="2863927827" sldId="259"/>
            <ac:picMk id="9" creationId="{C5055CA2-10AD-7701-E3AC-C71FB65C5473}"/>
          </ac:picMkLst>
        </pc:picChg>
      </pc:sldChg>
      <pc:sldChg chg="addSp delSp modSp new add del mod modTransition setBg">
        <pc:chgData name="Marko Asaulyuk" userId="0948fcb0-c643-4b32-956b-c7893e46c85b" providerId="ADAL" clId="{39831790-BB9B-592B-9ACA-50435892F92C}" dt="2026-05-05T19:27:46.806" v="622" actId="1076"/>
        <pc:sldMkLst>
          <pc:docMk/>
          <pc:sldMk cId="1285466896" sldId="260"/>
        </pc:sldMkLst>
        <pc:spChg chg="add del">
          <ac:chgData name="Marko Asaulyuk" userId="0948fcb0-c643-4b32-956b-c7893e46c85b" providerId="ADAL" clId="{39831790-BB9B-592B-9ACA-50435892F92C}" dt="2026-05-04T22:30:50.085" v="291"/>
          <ac:spMkLst>
            <pc:docMk/>
            <pc:sldMk cId="1285466896" sldId="260"/>
            <ac:spMk id="2" creationId="{68450FB1-F682-EDCA-382C-885A245E813B}"/>
          </ac:spMkLst>
        </pc:spChg>
        <pc:spChg chg="del">
          <ac:chgData name="Marko Asaulyuk" userId="0948fcb0-c643-4b32-956b-c7893e46c85b" providerId="ADAL" clId="{39831790-BB9B-592B-9ACA-50435892F92C}" dt="2026-05-04T22:30:55.521" v="294" actId="478"/>
          <ac:spMkLst>
            <pc:docMk/>
            <pc:sldMk cId="1285466896" sldId="260"/>
            <ac:spMk id="3" creationId="{E98F53A9-338A-C4C5-2780-DD996804FBC8}"/>
          </ac:spMkLst>
        </pc:spChg>
        <pc:spChg chg="add del mod">
          <ac:chgData name="Marko Asaulyuk" userId="0948fcb0-c643-4b32-956b-c7893e46c85b" providerId="ADAL" clId="{39831790-BB9B-592B-9ACA-50435892F92C}" dt="2026-05-04T22:30:51.931" v="292" actId="478"/>
          <ac:spMkLst>
            <pc:docMk/>
            <pc:sldMk cId="1285466896" sldId="260"/>
            <ac:spMk id="4" creationId="{7A7531D9-024E-F446-B6EA-52D5D2E14C7E}"/>
          </ac:spMkLst>
        </pc:spChg>
        <pc:spChg chg="add mod">
          <ac:chgData name="Marko Asaulyuk" userId="0948fcb0-c643-4b32-956b-c7893e46c85b" providerId="ADAL" clId="{39831790-BB9B-592B-9ACA-50435892F92C}" dt="2026-05-04T22:30:39.558" v="283" actId="767"/>
          <ac:spMkLst>
            <pc:docMk/>
            <pc:sldMk cId="1285466896" sldId="260"/>
            <ac:spMk id="5" creationId="{EA24F671-DD0F-BD91-2021-601993A2DBE6}"/>
          </ac:spMkLst>
        </pc:spChg>
        <pc:spChg chg="add del mod">
          <ac:chgData name="Marko Asaulyuk" userId="0948fcb0-c643-4b32-956b-c7893e46c85b" providerId="ADAL" clId="{39831790-BB9B-592B-9ACA-50435892F92C}" dt="2026-05-04T22:30:53.242" v="293" actId="478"/>
          <ac:spMkLst>
            <pc:docMk/>
            <pc:sldMk cId="1285466896" sldId="260"/>
            <ac:spMk id="7" creationId="{2AE9BC75-6395-5F48-F9D4-E71CF74F87C4}"/>
          </ac:spMkLst>
        </pc:spChg>
        <pc:spChg chg="add del mod">
          <ac:chgData name="Marko Asaulyuk" userId="0948fcb0-c643-4b32-956b-c7893e46c85b" providerId="ADAL" clId="{39831790-BB9B-592B-9ACA-50435892F92C}" dt="2026-05-05T18:23:32.449" v="403" actId="478"/>
          <ac:spMkLst>
            <pc:docMk/>
            <pc:sldMk cId="1285466896" sldId="260"/>
            <ac:spMk id="10" creationId="{A56996E7-22AE-1D4D-56AA-7CD32BB8CCDA}"/>
          </ac:spMkLst>
        </pc:spChg>
        <pc:picChg chg="add del mod">
          <ac:chgData name="Marko Asaulyuk" userId="0948fcb0-c643-4b32-956b-c7893e46c85b" providerId="ADAL" clId="{39831790-BB9B-592B-9ACA-50435892F92C}" dt="2026-05-05T18:23:38.789" v="405" actId="478"/>
          <ac:picMkLst>
            <pc:docMk/>
            <pc:sldMk cId="1285466896" sldId="260"/>
            <ac:picMk id="3" creationId="{3089C877-12BB-2BE8-8BE6-20265E35DB17}"/>
          </ac:picMkLst>
        </pc:picChg>
        <pc:picChg chg="add del mod">
          <ac:chgData name="Marko Asaulyuk" userId="0948fcb0-c643-4b32-956b-c7893e46c85b" providerId="ADAL" clId="{39831790-BB9B-592B-9ACA-50435892F92C}" dt="2026-05-05T19:27:23.849" v="617" actId="478"/>
          <ac:picMkLst>
            <pc:docMk/>
            <pc:sldMk cId="1285466896" sldId="260"/>
            <ac:picMk id="5" creationId="{6541645B-E4C4-A487-EF8A-321DC1FF7CB0}"/>
          </ac:picMkLst>
        </pc:picChg>
        <pc:picChg chg="add mod">
          <ac:chgData name="Marko Asaulyuk" userId="0948fcb0-c643-4b32-956b-c7893e46c85b" providerId="ADAL" clId="{39831790-BB9B-592B-9ACA-50435892F92C}" dt="2026-05-05T19:27:46.806" v="622" actId="1076"/>
          <ac:picMkLst>
            <pc:docMk/>
            <pc:sldMk cId="1285466896" sldId="260"/>
            <ac:picMk id="7" creationId="{156986BB-A752-4B7B-BBAE-075CF8B89E17}"/>
          </ac:picMkLst>
        </pc:picChg>
        <pc:picChg chg="add del mod">
          <ac:chgData name="Marko Asaulyuk" userId="0948fcb0-c643-4b32-956b-c7893e46c85b" providerId="ADAL" clId="{39831790-BB9B-592B-9ACA-50435892F92C}" dt="2026-05-05T18:23:28.147" v="400" actId="478"/>
          <ac:picMkLst>
            <pc:docMk/>
            <pc:sldMk cId="1285466896" sldId="260"/>
            <ac:picMk id="9" creationId="{69B1DF50-6E32-2018-2EF4-A0334FE1928E}"/>
          </ac:picMkLst>
        </pc:picChg>
      </pc:sldChg>
      <pc:sldChg chg="addSp delSp modSp new mod modTransition setBg">
        <pc:chgData name="Marko Asaulyuk" userId="0948fcb0-c643-4b32-956b-c7893e46c85b" providerId="ADAL" clId="{39831790-BB9B-592B-9ACA-50435892F92C}" dt="2026-05-05T19:40:37.985" v="644" actId="1076"/>
        <pc:sldMkLst>
          <pc:docMk/>
          <pc:sldMk cId="2575171095" sldId="261"/>
        </pc:sldMkLst>
        <pc:spChg chg="del mod">
          <ac:chgData name="Marko Asaulyuk" userId="0948fcb0-c643-4b32-956b-c7893e46c85b" providerId="ADAL" clId="{39831790-BB9B-592B-9ACA-50435892F92C}" dt="2026-05-04T22:54:08.892" v="340" actId="478"/>
          <ac:spMkLst>
            <pc:docMk/>
            <pc:sldMk cId="2575171095" sldId="261"/>
            <ac:spMk id="2" creationId="{0AD4BD29-B5BB-D515-CB72-EE483A40FFEC}"/>
          </ac:spMkLst>
        </pc:spChg>
        <pc:spChg chg="del">
          <ac:chgData name="Marko Asaulyuk" userId="0948fcb0-c643-4b32-956b-c7893e46c85b" providerId="ADAL" clId="{39831790-BB9B-592B-9ACA-50435892F92C}" dt="2026-05-04T22:54:10.887" v="341" actId="478"/>
          <ac:spMkLst>
            <pc:docMk/>
            <pc:sldMk cId="2575171095" sldId="261"/>
            <ac:spMk id="3" creationId="{B06E5C57-5AFD-C723-6E84-20E80175F95B}"/>
          </ac:spMkLst>
        </pc:spChg>
        <pc:spChg chg="add del mod">
          <ac:chgData name="Marko Asaulyuk" userId="0948fcb0-c643-4b32-956b-c7893e46c85b" providerId="ADAL" clId="{39831790-BB9B-592B-9ACA-50435892F92C}" dt="2026-05-05T18:39:39.612" v="455" actId="21"/>
          <ac:spMkLst>
            <pc:docMk/>
            <pc:sldMk cId="2575171095" sldId="261"/>
            <ac:spMk id="7" creationId="{439D0293-F882-F9E2-EA95-FDE09D93333F}"/>
          </ac:spMkLst>
        </pc:spChg>
        <pc:spChg chg="add del mod">
          <ac:chgData name="Marko Asaulyuk" userId="0948fcb0-c643-4b32-956b-c7893e46c85b" providerId="ADAL" clId="{39831790-BB9B-592B-9ACA-50435892F92C}" dt="2026-05-05T18:39:44.478" v="457" actId="478"/>
          <ac:spMkLst>
            <pc:docMk/>
            <pc:sldMk cId="2575171095" sldId="261"/>
            <ac:spMk id="13" creationId="{CD6DDBA1-0DC9-335F-E668-6044AA01D588}"/>
          </ac:spMkLst>
        </pc:spChg>
        <pc:spChg chg="add del">
          <ac:chgData name="Marko Asaulyuk" userId="0948fcb0-c643-4b32-956b-c7893e46c85b" providerId="ADAL" clId="{39831790-BB9B-592B-9ACA-50435892F92C}" dt="2026-05-05T18:39:34.381" v="453" actId="26606"/>
          <ac:spMkLst>
            <pc:docMk/>
            <pc:sldMk cId="2575171095" sldId="261"/>
            <ac:spMk id="14" creationId="{B9C0E6AB-EAB6-41E0-9D49-369643E873A7}"/>
          </ac:spMkLst>
        </pc:spChg>
        <pc:spChg chg="add del mod">
          <ac:chgData name="Marko Asaulyuk" userId="0948fcb0-c643-4b32-956b-c7893e46c85b" providerId="ADAL" clId="{39831790-BB9B-592B-9ACA-50435892F92C}" dt="2026-05-05T18:42:42.577" v="476" actId="21"/>
          <ac:spMkLst>
            <pc:docMk/>
            <pc:sldMk cId="2575171095" sldId="261"/>
            <ac:spMk id="15" creationId="{75FAD86F-D702-91DA-3F0B-92BF6F2FF174}"/>
          </ac:spMkLst>
        </pc:spChg>
        <pc:spChg chg="add del mod">
          <ac:chgData name="Marko Asaulyuk" userId="0948fcb0-c643-4b32-956b-c7893e46c85b" providerId="ADAL" clId="{39831790-BB9B-592B-9ACA-50435892F92C}" dt="2026-05-05T18:42:56.604" v="481" actId="478"/>
          <ac:spMkLst>
            <pc:docMk/>
            <pc:sldMk cId="2575171095" sldId="261"/>
            <ac:spMk id="20" creationId="{178E2513-6710-4100-397D-0EA4DA9D977C}"/>
          </ac:spMkLst>
        </pc:spChg>
        <pc:spChg chg="add mod">
          <ac:chgData name="Marko Asaulyuk" userId="0948fcb0-c643-4b32-956b-c7893e46c85b" providerId="ADAL" clId="{39831790-BB9B-592B-9ACA-50435892F92C}" dt="2026-05-05T19:40:37.985" v="644" actId="1076"/>
          <ac:spMkLst>
            <pc:docMk/>
            <pc:sldMk cId="2575171095" sldId="261"/>
            <ac:spMk id="22" creationId="{36F63048-7550-14EE-0249-371230BA7F47}"/>
          </ac:spMkLst>
        </pc:spChg>
        <pc:spChg chg="add del">
          <ac:chgData name="Marko Asaulyuk" userId="0948fcb0-c643-4b32-956b-c7893e46c85b" providerId="ADAL" clId="{39831790-BB9B-592B-9ACA-50435892F92C}" dt="2026-05-05T18:39:34.381" v="453" actId="26606"/>
          <ac:spMkLst>
            <pc:docMk/>
            <pc:sldMk cId="2575171095" sldId="261"/>
            <ac:spMk id="23" creationId="{341BFA31-6544-45C2-9DA0-9E1C5E0B1959}"/>
          </ac:spMkLst>
        </pc:spChg>
        <pc:picChg chg="add del mod">
          <ac:chgData name="Marko Asaulyuk" userId="0948fcb0-c643-4b32-956b-c7893e46c85b" providerId="ADAL" clId="{39831790-BB9B-592B-9ACA-50435892F92C}" dt="2026-05-05T18:21:07.607" v="375" actId="21"/>
          <ac:picMkLst>
            <pc:docMk/>
            <pc:sldMk cId="2575171095" sldId="261"/>
            <ac:picMk id="3" creationId="{D935C0E7-9006-A6F5-FBB4-A86176F43228}"/>
          </ac:picMkLst>
        </pc:picChg>
        <pc:picChg chg="add del mod">
          <ac:chgData name="Marko Asaulyuk" userId="0948fcb0-c643-4b32-956b-c7893e46c85b" providerId="ADAL" clId="{39831790-BB9B-592B-9ACA-50435892F92C}" dt="2026-05-05T18:34:50.356" v="411" actId="478"/>
          <ac:picMkLst>
            <pc:docMk/>
            <pc:sldMk cId="2575171095" sldId="261"/>
            <ac:picMk id="5" creationId="{9D09EE11-3347-112A-9B81-6E5B8DD446AB}"/>
          </ac:picMkLst>
        </pc:picChg>
        <pc:picChg chg="add del mod ord">
          <ac:chgData name="Marko Asaulyuk" userId="0948fcb0-c643-4b32-956b-c7893e46c85b" providerId="ADAL" clId="{39831790-BB9B-592B-9ACA-50435892F92C}" dt="2026-05-05T18:39:41.823" v="456" actId="478"/>
          <ac:picMkLst>
            <pc:docMk/>
            <pc:sldMk cId="2575171095" sldId="261"/>
            <ac:picMk id="6" creationId="{0044E604-F27B-1902-EB78-C0AE2E9FED39}"/>
          </ac:picMkLst>
        </pc:picChg>
        <pc:picChg chg="add del mod">
          <ac:chgData name="Marko Asaulyuk" userId="0948fcb0-c643-4b32-956b-c7893e46c85b" providerId="ADAL" clId="{39831790-BB9B-592B-9ACA-50435892F92C}" dt="2026-05-05T18:42:35.058" v="472" actId="478"/>
          <ac:picMkLst>
            <pc:docMk/>
            <pc:sldMk cId="2575171095" sldId="261"/>
            <ac:picMk id="9" creationId="{4D5F1239-4847-6D1D-6B13-D317C5148253}"/>
          </ac:picMkLst>
        </pc:picChg>
        <pc:picChg chg="add del mod">
          <ac:chgData name="Marko Asaulyuk" userId="0948fcb0-c643-4b32-956b-c7893e46c85b" providerId="ADAL" clId="{39831790-BB9B-592B-9ACA-50435892F92C}" dt="2026-05-05T18:57:17.819" v="484" actId="478"/>
          <ac:picMkLst>
            <pc:docMk/>
            <pc:sldMk cId="2575171095" sldId="261"/>
            <ac:picMk id="17" creationId="{A0EE5A1A-DA9B-DFF6-98BB-847366952007}"/>
          </ac:picMkLst>
        </pc:picChg>
        <pc:cxnChg chg="add del">
          <ac:chgData name="Marko Asaulyuk" userId="0948fcb0-c643-4b32-956b-c7893e46c85b" providerId="ADAL" clId="{39831790-BB9B-592B-9ACA-50435892F92C}" dt="2026-05-05T18:39:34.381" v="453" actId="26606"/>
          <ac:cxnSpMkLst>
            <pc:docMk/>
            <pc:sldMk cId="2575171095" sldId="261"/>
            <ac:cxnSpMk id="10" creationId="{F64F9B95-9045-48D2-B9F3-2927E98F54AA}"/>
          </ac:cxnSpMkLst>
        </pc:cxnChg>
        <pc:cxnChg chg="add">
          <ac:chgData name="Marko Asaulyuk" userId="0948fcb0-c643-4b32-956b-c7893e46c85b" providerId="ADAL" clId="{39831790-BB9B-592B-9ACA-50435892F92C}" dt="2026-05-04T22:54:50.068" v="345" actId="26606"/>
          <ac:cxnSpMkLst>
            <pc:docMk/>
            <pc:sldMk cId="2575171095" sldId="261"/>
            <ac:cxnSpMk id="12" creationId="{085AA86F-6A4D-4BCB-A045-D992CDC2959B}"/>
          </ac:cxnSpMkLst>
        </pc:cxnChg>
        <pc:cxnChg chg="add del">
          <ac:chgData name="Marko Asaulyuk" userId="0948fcb0-c643-4b32-956b-c7893e46c85b" providerId="ADAL" clId="{39831790-BB9B-592B-9ACA-50435892F92C}" dt="2026-05-05T18:39:34.381" v="453" actId="26606"/>
          <ac:cxnSpMkLst>
            <pc:docMk/>
            <pc:sldMk cId="2575171095" sldId="261"/>
            <ac:cxnSpMk id="19" creationId="{F64F9B95-9045-48D2-B9F3-2927E98F54AA}"/>
          </ac:cxnSpMkLst>
        </pc:cxnChg>
        <pc:cxnChg chg="add del">
          <ac:chgData name="Marko Asaulyuk" userId="0948fcb0-c643-4b32-956b-c7893e46c85b" providerId="ADAL" clId="{39831790-BB9B-592B-9ACA-50435892F92C}" dt="2026-05-05T18:39:34.381" v="453" actId="26606"/>
          <ac:cxnSpMkLst>
            <pc:docMk/>
            <pc:sldMk cId="2575171095" sldId="261"/>
            <ac:cxnSpMk id="21" creationId="{085AA86F-6A4D-4BCB-A045-D992CDC2959B}"/>
          </ac:cxnSpMkLst>
        </pc:cxnChg>
        <pc:cxnChg chg="add del">
          <ac:chgData name="Marko Asaulyuk" userId="0948fcb0-c643-4b32-956b-c7893e46c85b" providerId="ADAL" clId="{39831790-BB9B-592B-9ACA-50435892F92C}" dt="2026-05-05T18:39:34.381" v="453" actId="26606"/>
          <ac:cxnSpMkLst>
            <pc:docMk/>
            <pc:sldMk cId="2575171095" sldId="261"/>
            <ac:cxnSpMk id="25" creationId="{DC36F877-5419-44C1-A2CD-376BDDDC3E41}"/>
          </ac:cxnSpMkLst>
        </pc:cxnChg>
        <pc:cxnChg chg="add del">
          <ac:chgData name="Marko Asaulyuk" userId="0948fcb0-c643-4b32-956b-c7893e46c85b" providerId="ADAL" clId="{39831790-BB9B-592B-9ACA-50435892F92C}" dt="2026-05-05T18:39:34.381" v="453" actId="26606"/>
          <ac:cxnSpMkLst>
            <pc:docMk/>
            <pc:sldMk cId="2575171095" sldId="261"/>
            <ac:cxnSpMk id="27" creationId="{44B21692-652C-4371-95C5-05248EF342FA}"/>
          </ac:cxnSpMkLst>
        </pc:cxnChg>
      </pc:sldChg>
      <pc:sldChg chg="addSp delSp modSp new mod modTransition setBg">
        <pc:chgData name="Marko Asaulyuk" userId="0948fcb0-c643-4b32-956b-c7893e46c85b" providerId="ADAL" clId="{39831790-BB9B-592B-9ACA-50435892F92C}" dt="2026-05-05T19:31:21.807" v="624"/>
        <pc:sldMkLst>
          <pc:docMk/>
          <pc:sldMk cId="4271492742" sldId="262"/>
        </pc:sldMkLst>
        <pc:spChg chg="del mod">
          <ac:chgData name="Marko Asaulyuk" userId="0948fcb0-c643-4b32-956b-c7893e46c85b" providerId="ADAL" clId="{39831790-BB9B-592B-9ACA-50435892F92C}" dt="2026-05-04T23:12:31.167" v="354" actId="478"/>
          <ac:spMkLst>
            <pc:docMk/>
            <pc:sldMk cId="4271492742" sldId="262"/>
            <ac:spMk id="2" creationId="{52DCED17-A4C6-3654-62DD-695E79990480}"/>
          </ac:spMkLst>
        </pc:spChg>
        <pc:spChg chg="del">
          <ac:chgData name="Marko Asaulyuk" userId="0948fcb0-c643-4b32-956b-c7893e46c85b" providerId="ADAL" clId="{39831790-BB9B-592B-9ACA-50435892F92C}" dt="2026-05-04T23:12:33.542" v="355" actId="478"/>
          <ac:spMkLst>
            <pc:docMk/>
            <pc:sldMk cId="4271492742" sldId="262"/>
            <ac:spMk id="3" creationId="{F264BB45-6650-5185-E863-4B4F677EA006}"/>
          </ac:spMkLst>
        </pc:spChg>
        <pc:spChg chg="add mod">
          <ac:chgData name="Marko Asaulyuk" userId="0948fcb0-c643-4b32-956b-c7893e46c85b" providerId="ADAL" clId="{39831790-BB9B-592B-9ACA-50435892F92C}" dt="2026-05-05T19:15:17.872" v="607" actId="1076"/>
          <ac:spMkLst>
            <pc:docMk/>
            <pc:sldMk cId="4271492742" sldId="262"/>
            <ac:spMk id="4" creationId="{2DE4388D-BEF5-F609-CB9E-C6311DFA2E05}"/>
          </ac:spMkLst>
        </pc:spChg>
        <pc:picChg chg="add mod">
          <ac:chgData name="Marko Asaulyuk" userId="0948fcb0-c643-4b32-956b-c7893e46c85b" providerId="ADAL" clId="{39831790-BB9B-592B-9ACA-50435892F92C}" dt="2026-05-05T19:14:12.284" v="605" actId="1076"/>
          <ac:picMkLst>
            <pc:docMk/>
            <pc:sldMk cId="4271492742" sldId="262"/>
            <ac:picMk id="3" creationId="{A4AF99C3-9F83-58C6-AE99-3DB21960AADD}"/>
          </ac:picMkLst>
        </pc:picChg>
        <pc:picChg chg="add del mod">
          <ac:chgData name="Marko Asaulyuk" userId="0948fcb0-c643-4b32-956b-c7893e46c85b" providerId="ADAL" clId="{39831790-BB9B-592B-9ACA-50435892F92C}" dt="2026-05-05T18:57:21.124" v="485" actId="478"/>
          <ac:picMkLst>
            <pc:docMk/>
            <pc:sldMk cId="4271492742" sldId="262"/>
            <ac:picMk id="5" creationId="{382EE8D3-02C8-D1D8-6E04-0624B949D468}"/>
          </ac:picMkLst>
        </pc:picChg>
      </pc:sldChg>
      <pc:sldChg chg="addSp delSp modSp new mod modTransition setBg">
        <pc:chgData name="Marko Asaulyuk" userId="0948fcb0-c643-4b32-956b-c7893e46c85b" providerId="ADAL" clId="{39831790-BB9B-592B-9ACA-50435892F92C}" dt="2026-05-05T19:31:24.607" v="625"/>
        <pc:sldMkLst>
          <pc:docMk/>
          <pc:sldMk cId="2288199804" sldId="263"/>
        </pc:sldMkLst>
        <pc:spChg chg="del">
          <ac:chgData name="Marko Asaulyuk" userId="0948fcb0-c643-4b32-956b-c7893e46c85b" providerId="ADAL" clId="{39831790-BB9B-592B-9ACA-50435892F92C}" dt="2026-05-04T23:16:53.380" v="365" actId="478"/>
          <ac:spMkLst>
            <pc:docMk/>
            <pc:sldMk cId="2288199804" sldId="263"/>
            <ac:spMk id="2" creationId="{4F145396-1D64-3E5D-DE42-9F3DD2B2F1DE}"/>
          </ac:spMkLst>
        </pc:spChg>
        <pc:spChg chg="del">
          <ac:chgData name="Marko Asaulyuk" userId="0948fcb0-c643-4b32-956b-c7893e46c85b" providerId="ADAL" clId="{39831790-BB9B-592B-9ACA-50435892F92C}" dt="2026-05-04T23:16:54.875" v="366" actId="478"/>
          <ac:spMkLst>
            <pc:docMk/>
            <pc:sldMk cId="2288199804" sldId="263"/>
            <ac:spMk id="3" creationId="{C1D145C4-7E07-648B-DF06-17949188FEFC}"/>
          </ac:spMkLst>
        </pc:spChg>
        <pc:spChg chg="add del mod">
          <ac:chgData name="Marko Asaulyuk" userId="0948fcb0-c643-4b32-956b-c7893e46c85b" providerId="ADAL" clId="{39831790-BB9B-592B-9ACA-50435892F92C}" dt="2026-05-05T19:11:58.112" v="582" actId="21"/>
          <ac:spMkLst>
            <pc:docMk/>
            <pc:sldMk cId="2288199804" sldId="263"/>
            <ac:spMk id="7" creationId="{AD05AFB4-663A-2C33-93C4-1962F2F3FE2B}"/>
          </ac:spMkLst>
        </pc:spChg>
        <pc:spChg chg="add del mod">
          <ac:chgData name="Marko Asaulyuk" userId="0948fcb0-c643-4b32-956b-c7893e46c85b" providerId="ADAL" clId="{39831790-BB9B-592B-9ACA-50435892F92C}" dt="2026-05-05T19:12:06.409" v="585" actId="478"/>
          <ac:spMkLst>
            <pc:docMk/>
            <pc:sldMk cId="2288199804" sldId="263"/>
            <ac:spMk id="9" creationId="{D1B2AF6B-C922-82A6-15B5-00214DFC6A54}"/>
          </ac:spMkLst>
        </pc:spChg>
        <pc:spChg chg="add mod">
          <ac:chgData name="Marko Asaulyuk" userId="0948fcb0-c643-4b32-956b-c7893e46c85b" providerId="ADAL" clId="{39831790-BB9B-592B-9ACA-50435892F92C}" dt="2026-05-05T19:15:38.954" v="608" actId="1076"/>
          <ac:spMkLst>
            <pc:docMk/>
            <pc:sldMk cId="2288199804" sldId="263"/>
            <ac:spMk id="12" creationId="{F7D02BBE-8712-C9AD-9314-C6A164C58AB8}"/>
          </ac:spMkLst>
        </pc:spChg>
        <pc:picChg chg="add del mod">
          <ac:chgData name="Marko Asaulyuk" userId="0948fcb0-c643-4b32-956b-c7893e46c85b" providerId="ADAL" clId="{39831790-BB9B-592B-9ACA-50435892F92C}" dt="2026-05-05T19:03:54.527" v="540" actId="478"/>
          <ac:picMkLst>
            <pc:docMk/>
            <pc:sldMk cId="2288199804" sldId="263"/>
            <ac:picMk id="3" creationId="{E6DFA2AD-E1A7-AB0E-12DB-B17ACAFF5806}"/>
          </ac:picMkLst>
        </pc:picChg>
        <pc:picChg chg="add del mod">
          <ac:chgData name="Marko Asaulyuk" userId="0948fcb0-c643-4b32-956b-c7893e46c85b" providerId="ADAL" clId="{39831790-BB9B-592B-9ACA-50435892F92C}" dt="2026-05-05T19:03:46.882" v="536" actId="478"/>
          <ac:picMkLst>
            <pc:docMk/>
            <pc:sldMk cId="2288199804" sldId="263"/>
            <ac:picMk id="5" creationId="{70E6AD0D-3E49-B9BE-6BE1-C49AD9BBFA39}"/>
          </ac:picMkLst>
        </pc:picChg>
        <pc:picChg chg="add del mod">
          <ac:chgData name="Marko Asaulyuk" userId="0948fcb0-c643-4b32-956b-c7893e46c85b" providerId="ADAL" clId="{39831790-BB9B-592B-9ACA-50435892F92C}" dt="2026-05-05T19:11:55.357" v="581" actId="478"/>
          <ac:picMkLst>
            <pc:docMk/>
            <pc:sldMk cId="2288199804" sldId="263"/>
            <ac:picMk id="6" creationId="{B2D304C0-7888-3C24-1E97-E29202065F39}"/>
          </ac:picMkLst>
        </pc:picChg>
        <pc:picChg chg="add mod">
          <ac:chgData name="Marko Asaulyuk" userId="0948fcb0-c643-4b32-956b-c7893e46c85b" providerId="ADAL" clId="{39831790-BB9B-592B-9ACA-50435892F92C}" dt="2026-05-05T19:13:33.763" v="600" actId="1076"/>
          <ac:picMkLst>
            <pc:docMk/>
            <pc:sldMk cId="2288199804" sldId="263"/>
            <ac:picMk id="11" creationId="{93ACC4AC-958A-BD3A-1D7E-DA128191A6BB}"/>
          </ac:picMkLst>
        </pc:picChg>
      </pc:sldChg>
      <pc:sldChg chg="new del">
        <pc:chgData name="Marko Asaulyuk" userId="0948fcb0-c643-4b32-956b-c7893e46c85b" providerId="ADAL" clId="{39831790-BB9B-592B-9ACA-50435892F92C}" dt="2026-05-05T19:46:21.314" v="647" actId="2696"/>
        <pc:sldMkLst>
          <pc:docMk/>
          <pc:sldMk cId="1804275410" sldId="264"/>
        </pc:sldMkLst>
      </pc:sldChg>
      <pc:sldChg chg="delSp new del mod">
        <pc:chgData name="Marko Asaulyuk" userId="0948fcb0-c643-4b32-956b-c7893e46c85b" providerId="ADAL" clId="{39831790-BB9B-592B-9ACA-50435892F92C}" dt="2026-05-05T18:37:20.717" v="420" actId="2696"/>
        <pc:sldMkLst>
          <pc:docMk/>
          <pc:sldMk cId="3122086725" sldId="264"/>
        </pc:sldMkLst>
        <pc:spChg chg="del">
          <ac:chgData name="Marko Asaulyuk" userId="0948fcb0-c643-4b32-956b-c7893e46c85b" providerId="ADAL" clId="{39831790-BB9B-592B-9ACA-50435892F92C}" dt="2026-05-05T18:37:19.291" v="419" actId="21"/>
          <ac:spMkLst>
            <pc:docMk/>
            <pc:sldMk cId="3122086725" sldId="264"/>
            <ac:spMk id="2" creationId="{E1266A35-46E3-0A10-8F8E-621EEBE1AFD8}"/>
          </ac:spMkLst>
        </pc:spChg>
      </pc:sldChg>
      <pc:sldChg chg="addSp delSp modSp add mod ord">
        <pc:chgData name="Marko Asaulyuk" userId="0948fcb0-c643-4b32-956b-c7893e46c85b" providerId="ADAL" clId="{39831790-BB9B-592B-9ACA-50435892F92C}" dt="2026-05-05T19:58:31.123" v="666" actId="20578"/>
        <pc:sldMkLst>
          <pc:docMk/>
          <pc:sldMk cId="2848648732" sldId="265"/>
        </pc:sldMkLst>
        <pc:spChg chg="add del mod">
          <ac:chgData name="Marko Asaulyuk" userId="0948fcb0-c643-4b32-956b-c7893e46c85b" providerId="ADAL" clId="{39831790-BB9B-592B-9ACA-50435892F92C}" dt="2026-05-05T19:46:27.234" v="650" actId="478"/>
          <ac:spMkLst>
            <pc:docMk/>
            <pc:sldMk cId="2848648732" sldId="265"/>
            <ac:spMk id="3" creationId="{7A03AF72-56B2-C146-ACC1-EC286CAC0DB6}"/>
          </ac:spMkLst>
        </pc:spChg>
        <pc:spChg chg="del">
          <ac:chgData name="Marko Asaulyuk" userId="0948fcb0-c643-4b32-956b-c7893e46c85b" providerId="ADAL" clId="{39831790-BB9B-592B-9ACA-50435892F92C}" dt="2026-05-05T19:46:24.919" v="649" actId="478"/>
          <ac:spMkLst>
            <pc:docMk/>
            <pc:sldMk cId="2848648732" sldId="265"/>
            <ac:spMk id="12" creationId="{22575729-972E-F2CE-B90F-B69332873857}"/>
          </ac:spMkLst>
        </pc:spChg>
        <pc:picChg chg="add del mod">
          <ac:chgData name="Marko Asaulyuk" userId="0948fcb0-c643-4b32-956b-c7893e46c85b" providerId="ADAL" clId="{39831790-BB9B-592B-9ACA-50435892F92C}" dt="2026-05-05T19:57:10.102" v="658" actId="478"/>
          <ac:picMkLst>
            <pc:docMk/>
            <pc:sldMk cId="2848648732" sldId="265"/>
            <ac:picMk id="5" creationId="{9FD8F736-4D83-CEBC-FCA5-BFE06269EF4D}"/>
          </ac:picMkLst>
        </pc:picChg>
        <pc:picChg chg="add mod">
          <ac:chgData name="Marko Asaulyuk" userId="0948fcb0-c643-4b32-956b-c7893e46c85b" providerId="ADAL" clId="{39831790-BB9B-592B-9ACA-50435892F92C}" dt="2026-05-05T19:57:28.244" v="665" actId="1076"/>
          <ac:picMkLst>
            <pc:docMk/>
            <pc:sldMk cId="2848648732" sldId="265"/>
            <ac:picMk id="7" creationId="{CC7A72C0-0F6C-CC04-F519-82C2B04C74A7}"/>
          </ac:picMkLst>
        </pc:picChg>
        <pc:picChg chg="del">
          <ac:chgData name="Marko Asaulyuk" userId="0948fcb0-c643-4b32-956b-c7893e46c85b" providerId="ADAL" clId="{39831790-BB9B-592B-9ACA-50435892F92C}" dt="2026-05-05T19:46:22.992" v="648" actId="478"/>
          <ac:picMkLst>
            <pc:docMk/>
            <pc:sldMk cId="2848648732" sldId="265"/>
            <ac:picMk id="11" creationId="{3D3D3901-8CFB-D22B-06F6-DAF3164859A7}"/>
          </ac:picMkLst>
        </pc:picChg>
      </pc:sldChg>
      <pc:sldChg chg="new del">
        <pc:chgData name="Marko Asaulyuk" userId="0948fcb0-c643-4b32-956b-c7893e46c85b" providerId="ADAL" clId="{39831790-BB9B-592B-9ACA-50435892F92C}" dt="2026-05-05T20:06:53.806" v="668" actId="2696"/>
        <pc:sldMkLst>
          <pc:docMk/>
          <pc:sldMk cId="1262062530" sldId="266"/>
        </pc:sldMkLst>
      </pc:sldChg>
      <pc:sldChg chg="addSp delSp modSp add mod">
        <pc:chgData name="Marko Asaulyuk" userId="0948fcb0-c643-4b32-956b-c7893e46c85b" providerId="ADAL" clId="{39831790-BB9B-592B-9ACA-50435892F92C}" dt="2026-05-05T21:01:54.225" v="722" actId="1076"/>
        <pc:sldMkLst>
          <pc:docMk/>
          <pc:sldMk cId="2305350735" sldId="266"/>
        </pc:sldMkLst>
        <pc:spChg chg="add del mod">
          <ac:chgData name="Marko Asaulyuk" userId="0948fcb0-c643-4b32-956b-c7893e46c85b" providerId="ADAL" clId="{39831790-BB9B-592B-9ACA-50435892F92C}" dt="2026-05-05T20:07:06.341" v="674" actId="478"/>
          <ac:spMkLst>
            <pc:docMk/>
            <pc:sldMk cId="2305350735" sldId="266"/>
            <ac:spMk id="3" creationId="{4F6D435E-73D5-4107-7495-2504785D8ECB}"/>
          </ac:spMkLst>
        </pc:spChg>
        <pc:spChg chg="del">
          <ac:chgData name="Marko Asaulyuk" userId="0948fcb0-c643-4b32-956b-c7893e46c85b" providerId="ADAL" clId="{39831790-BB9B-592B-9ACA-50435892F92C}" dt="2026-05-05T20:07:03.735" v="673" actId="478"/>
          <ac:spMkLst>
            <pc:docMk/>
            <pc:sldMk cId="2305350735" sldId="266"/>
            <ac:spMk id="12" creationId="{A7202404-6E15-E37C-F1A4-236CBC019DA4}"/>
          </ac:spMkLst>
        </pc:spChg>
        <pc:picChg chg="add del mod">
          <ac:chgData name="Marko Asaulyuk" userId="0948fcb0-c643-4b32-956b-c7893e46c85b" providerId="ADAL" clId="{39831790-BB9B-592B-9ACA-50435892F92C}" dt="2026-05-05T21:01:18.008" v="714" actId="478"/>
          <ac:picMkLst>
            <pc:docMk/>
            <pc:sldMk cId="2305350735" sldId="266"/>
            <ac:picMk id="5" creationId="{B884D850-234F-33AE-3AA4-B0CB51CEBA58}"/>
          </ac:picMkLst>
        </pc:picChg>
        <pc:picChg chg="add mod">
          <ac:chgData name="Marko Asaulyuk" userId="0948fcb0-c643-4b32-956b-c7893e46c85b" providerId="ADAL" clId="{39831790-BB9B-592B-9ACA-50435892F92C}" dt="2026-05-05T21:01:54.225" v="722" actId="1076"/>
          <ac:picMkLst>
            <pc:docMk/>
            <pc:sldMk cId="2305350735" sldId="266"/>
            <ac:picMk id="7" creationId="{6738335A-EE6C-09D6-DC1F-861D9C6032BD}"/>
          </ac:picMkLst>
        </pc:picChg>
        <pc:picChg chg="del">
          <ac:chgData name="Marko Asaulyuk" userId="0948fcb0-c643-4b32-956b-c7893e46c85b" providerId="ADAL" clId="{39831790-BB9B-592B-9ACA-50435892F92C}" dt="2026-05-05T20:07:01.553" v="672" actId="478"/>
          <ac:picMkLst>
            <pc:docMk/>
            <pc:sldMk cId="2305350735" sldId="266"/>
            <ac:picMk id="11" creationId="{CBA65045-4DF6-143B-105C-69B730C32006}"/>
          </ac:picMkLst>
        </pc:picChg>
      </pc:sldChg>
      <pc:sldChg chg="new del">
        <pc:chgData name="Marko Asaulyuk" userId="0948fcb0-c643-4b32-956b-c7893e46c85b" providerId="ADAL" clId="{39831790-BB9B-592B-9ACA-50435892F92C}" dt="2026-05-05T20:06:56.794" v="670" actId="2696"/>
        <pc:sldMkLst>
          <pc:docMk/>
          <pc:sldMk cId="4099498250" sldId="266"/>
        </pc:sldMkLst>
      </pc:sldChg>
      <pc:sldChg chg="addSp delSp modSp add mod">
        <pc:chgData name="Marko Asaulyuk" userId="0948fcb0-c643-4b32-956b-c7893e46c85b" providerId="ADAL" clId="{39831790-BB9B-592B-9ACA-50435892F92C}" dt="2026-05-05T21:08:40.161" v="734" actId="1076"/>
        <pc:sldMkLst>
          <pc:docMk/>
          <pc:sldMk cId="3503585920" sldId="267"/>
        </pc:sldMkLst>
        <pc:picChg chg="add del mod">
          <ac:chgData name="Marko Asaulyuk" userId="0948fcb0-c643-4b32-956b-c7893e46c85b" providerId="ADAL" clId="{39831790-BB9B-592B-9ACA-50435892F92C}" dt="2026-05-05T20:26:09.886" v="689" actId="478"/>
          <ac:picMkLst>
            <pc:docMk/>
            <pc:sldMk cId="3503585920" sldId="267"/>
            <ac:picMk id="3" creationId="{651FAAE1-ECE3-2960-9F3A-28758E1C504A}"/>
          </ac:picMkLst>
        </pc:picChg>
        <pc:picChg chg="del">
          <ac:chgData name="Marko Asaulyuk" userId="0948fcb0-c643-4b32-956b-c7893e46c85b" providerId="ADAL" clId="{39831790-BB9B-592B-9ACA-50435892F92C}" dt="2026-05-05T20:20:17.608" v="683" actId="478"/>
          <ac:picMkLst>
            <pc:docMk/>
            <pc:sldMk cId="3503585920" sldId="267"/>
            <ac:picMk id="5" creationId="{EA310D75-24C1-76B6-FE54-6B4FBBEE6F61}"/>
          </ac:picMkLst>
        </pc:picChg>
        <pc:picChg chg="add del mod">
          <ac:chgData name="Marko Asaulyuk" userId="0948fcb0-c643-4b32-956b-c7893e46c85b" providerId="ADAL" clId="{39831790-BB9B-592B-9ACA-50435892F92C}" dt="2026-05-05T21:08:28.154" v="729" actId="478"/>
          <ac:picMkLst>
            <pc:docMk/>
            <pc:sldMk cId="3503585920" sldId="267"/>
            <ac:picMk id="6" creationId="{C130EC41-1D5E-9EB4-296E-FBF4DBBBB95D}"/>
          </ac:picMkLst>
        </pc:picChg>
        <pc:picChg chg="add mod">
          <ac:chgData name="Marko Asaulyuk" userId="0948fcb0-c643-4b32-956b-c7893e46c85b" providerId="ADAL" clId="{39831790-BB9B-592B-9ACA-50435892F92C}" dt="2026-05-05T21:08:40.161" v="734" actId="1076"/>
          <ac:picMkLst>
            <pc:docMk/>
            <pc:sldMk cId="3503585920" sldId="267"/>
            <ac:picMk id="8" creationId="{2D3C2268-2749-06BF-66F2-8435F3668E91}"/>
          </ac:picMkLst>
        </pc:picChg>
      </pc:sldChg>
      <pc:sldChg chg="addSp delSp modSp add mod ord">
        <pc:chgData name="Marko Asaulyuk" userId="0948fcb0-c643-4b32-956b-c7893e46c85b" providerId="ADAL" clId="{39831790-BB9B-592B-9ACA-50435892F92C}" dt="2026-05-05T21:05:49.309" v="728" actId="1076"/>
        <pc:sldMkLst>
          <pc:docMk/>
          <pc:sldMk cId="2870495641" sldId="268"/>
        </pc:sldMkLst>
        <pc:picChg chg="add del mod">
          <ac:chgData name="Marko Asaulyuk" userId="0948fcb0-c643-4b32-956b-c7893e46c85b" providerId="ADAL" clId="{39831790-BB9B-592B-9ACA-50435892F92C}" dt="2026-05-05T20:49:16.899" v="698" actId="478"/>
          <ac:picMkLst>
            <pc:docMk/>
            <pc:sldMk cId="2870495641" sldId="268"/>
            <ac:picMk id="3" creationId="{78C6CBD5-B36B-0A4B-75E6-E19D6CDA54D6}"/>
          </ac:picMkLst>
        </pc:picChg>
        <pc:picChg chg="add del mod">
          <ac:chgData name="Marko Asaulyuk" userId="0948fcb0-c643-4b32-956b-c7893e46c85b" providerId="ADAL" clId="{39831790-BB9B-592B-9ACA-50435892F92C}" dt="2026-05-05T21:05:33.021" v="723" actId="478"/>
          <ac:picMkLst>
            <pc:docMk/>
            <pc:sldMk cId="2870495641" sldId="268"/>
            <ac:picMk id="5" creationId="{448C1E26-E327-EA5E-65B4-C8B454DD8085}"/>
          </ac:picMkLst>
        </pc:picChg>
        <pc:picChg chg="del">
          <ac:chgData name="Marko Asaulyuk" userId="0948fcb0-c643-4b32-956b-c7893e46c85b" providerId="ADAL" clId="{39831790-BB9B-592B-9ACA-50435892F92C}" dt="2026-05-05T20:49:23.248" v="701" actId="478"/>
          <ac:picMkLst>
            <pc:docMk/>
            <pc:sldMk cId="2870495641" sldId="268"/>
            <ac:picMk id="6" creationId="{BA8E4F73-FD96-84A0-FB5C-A43FEB895364}"/>
          </ac:picMkLst>
        </pc:picChg>
        <pc:picChg chg="add mod">
          <ac:chgData name="Marko Asaulyuk" userId="0948fcb0-c643-4b32-956b-c7893e46c85b" providerId="ADAL" clId="{39831790-BB9B-592B-9ACA-50435892F92C}" dt="2026-05-05T21:05:49.309" v="728" actId="1076"/>
          <ac:picMkLst>
            <pc:docMk/>
            <pc:sldMk cId="2870495641" sldId="268"/>
            <ac:picMk id="8" creationId="{171A4AF2-A2BB-6549-D535-770EB8F272D3}"/>
          </ac:picMkLst>
        </pc:picChg>
      </pc:sldChg>
      <pc:sldChg chg="addSp delSp modSp add mod">
        <pc:chgData name="Marko Asaulyuk" userId="0948fcb0-c643-4b32-956b-c7893e46c85b" providerId="ADAL" clId="{39831790-BB9B-592B-9ACA-50435892F92C}" dt="2026-05-05T21:20:11.270" v="748" actId="1076"/>
        <pc:sldMkLst>
          <pc:docMk/>
          <pc:sldMk cId="2249591128" sldId="269"/>
        </pc:sldMkLst>
        <pc:picChg chg="add del mod">
          <ac:chgData name="Marko Asaulyuk" userId="0948fcb0-c643-4b32-956b-c7893e46c85b" providerId="ADAL" clId="{39831790-BB9B-592B-9ACA-50435892F92C}" dt="2026-05-05T21:19:50.847" v="743" actId="478"/>
          <ac:picMkLst>
            <pc:docMk/>
            <pc:sldMk cId="2249591128" sldId="269"/>
            <ac:picMk id="3" creationId="{D8257570-A280-881D-6960-E3FC9299E285}"/>
          </ac:picMkLst>
        </pc:picChg>
        <pc:picChg chg="add mod">
          <ac:chgData name="Marko Asaulyuk" userId="0948fcb0-c643-4b32-956b-c7893e46c85b" providerId="ADAL" clId="{39831790-BB9B-592B-9ACA-50435892F92C}" dt="2026-05-05T21:20:11.270" v="748" actId="1076"/>
          <ac:picMkLst>
            <pc:docMk/>
            <pc:sldMk cId="2249591128" sldId="269"/>
            <ac:picMk id="5" creationId="{02A0FF74-1A05-8551-96F4-727CB95898A2}"/>
          </ac:picMkLst>
        </pc:picChg>
        <pc:picChg chg="del">
          <ac:chgData name="Marko Asaulyuk" userId="0948fcb0-c643-4b32-956b-c7893e46c85b" providerId="ADAL" clId="{39831790-BB9B-592B-9ACA-50435892F92C}" dt="2026-05-05T20:54:50.212" v="708" actId="478"/>
          <ac:picMkLst>
            <pc:docMk/>
            <pc:sldMk cId="2249591128" sldId="269"/>
            <ac:picMk id="6" creationId="{DD28BE00-2CD0-B82D-51E1-0F586516F9A2}"/>
          </ac:picMkLst>
        </pc:picChg>
      </pc:sldChg>
      <pc:sldChg chg="addSp delSp modSp add mod ord">
        <pc:chgData name="Marko Asaulyuk" userId="0948fcb0-c643-4b32-956b-c7893e46c85b" providerId="ADAL" clId="{39831790-BB9B-592B-9ACA-50435892F92C}" dt="2026-05-05T21:13:32.548" v="742" actId="20578"/>
        <pc:sldMkLst>
          <pc:docMk/>
          <pc:sldMk cId="116653049" sldId="270"/>
        </pc:sldMkLst>
        <pc:picChg chg="del">
          <ac:chgData name="Marko Asaulyuk" userId="0948fcb0-c643-4b32-956b-c7893e46c85b" providerId="ADAL" clId="{39831790-BB9B-592B-9ACA-50435892F92C}" dt="2026-05-05T21:12:37.114" v="736" actId="478"/>
          <ac:picMkLst>
            <pc:docMk/>
            <pc:sldMk cId="116653049" sldId="270"/>
            <ac:picMk id="3" creationId="{6FA8CD5E-2658-BC89-B8C3-FA3FB72915CC}"/>
          </ac:picMkLst>
        </pc:picChg>
        <pc:picChg chg="add mod">
          <ac:chgData name="Marko Asaulyuk" userId="0948fcb0-c643-4b32-956b-c7893e46c85b" providerId="ADAL" clId="{39831790-BB9B-592B-9ACA-50435892F92C}" dt="2026-05-05T21:12:48.098" v="741" actId="1076"/>
          <ac:picMkLst>
            <pc:docMk/>
            <pc:sldMk cId="116653049" sldId="270"/>
            <ac:picMk id="4" creationId="{87342CAE-23AE-194E-85F1-0A7AE1E6059A}"/>
          </ac:picMkLst>
        </pc:picChg>
      </pc:sldChg>
      <pc:sldMasterChg chg="setBg">
        <pc:chgData name="Marko Asaulyuk" userId="0948fcb0-c643-4b32-956b-c7893e46c85b" providerId="ADAL" clId="{39831790-BB9B-592B-9ACA-50435892F92C}" dt="2026-05-04T22:00:49.980" v="115"/>
        <pc:sldMasterMkLst>
          <pc:docMk/>
          <pc:sldMasterMk cId="1656175185" sldId="2147483699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36D091-BD98-1AC9-F886-8DC011AE7A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9E77D-513F-19F0-E5E1-3CFA169330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6612A-38ED-F74C-83F5-6F66AF585183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DE624-5EF1-746A-343A-4D3D9404B2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DAE1D-1686-F35D-AD8F-B1EC32C9F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171E0-97CB-BC45-B5F5-93AB5F2A8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87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BB5FC-CC18-1B4D-8D95-99431B43573F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A9BD8-C5AC-124E-B15E-FB8A37418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62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A9BD8-C5AC-124E-B15E-FB8A374182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10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E057-E48F-90D2-687C-833C0613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9F35F-30D9-CE67-80A3-7C09FAA57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2F082-6365-E3A3-A807-F5C3CBA92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A026C-92F3-E393-47EC-3560C0CA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A9BD8-C5AC-124E-B15E-FB8A374182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85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9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7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9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3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6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3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2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2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11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17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2E2F6D9-F9F0-47A2-A074-0A6B79B64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5DF4B1-F551-4918-A8AC-57E79CC4F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E09DEF-1269-BAD3-B91E-E399F3A84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7" y="871758"/>
            <a:ext cx="3534686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>
                <a:solidFill>
                  <a:schemeClr val="bg1"/>
                </a:solidFill>
              </a:rPr>
              <a:t>From Capability to Competitive Advantage</a:t>
            </a:r>
            <a:br>
              <a:rPr lang="en-US" sz="3700" b="1">
                <a:solidFill>
                  <a:schemeClr val="bg1"/>
                </a:solidFill>
              </a:rPr>
            </a:br>
            <a:r>
              <a:rPr lang="en-US" sz="2000" i="1" cap="none">
                <a:solidFill>
                  <a:schemeClr val="bg1"/>
                </a:solidFill>
                <a:latin typeface="+mn-lt"/>
              </a:rPr>
              <a:t>Why IT Still Falls Short</a:t>
            </a:r>
            <a:br>
              <a:rPr lang="en-US" sz="3700" i="1">
                <a:solidFill>
                  <a:schemeClr val="bg1"/>
                </a:solidFill>
              </a:rPr>
            </a:br>
            <a:endParaRPr lang="en-US" sz="37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9248C-6F02-6413-7660-2E9F0B44E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7" y="4835513"/>
            <a:ext cx="3886200" cy="15582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400" i="1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400" b="1">
                <a:solidFill>
                  <a:schemeClr val="bg1"/>
                </a:solidFill>
              </a:rPr>
              <a:t>Team C </a:t>
            </a:r>
            <a:r>
              <a:rPr lang="en-US" sz="1400">
                <a:solidFill>
                  <a:schemeClr val="bg1"/>
                </a:solidFill>
              </a:rPr>
              <a:t>| ISYS 814 | Dr. Niel Shahrasbi</a:t>
            </a:r>
          </a:p>
          <a:p>
            <a:pPr>
              <a:lnSpc>
                <a:spcPct val="100000"/>
              </a:lnSpc>
            </a:pPr>
            <a:r>
              <a:rPr lang="en-US" sz="1400" i="1">
                <a:solidFill>
                  <a:schemeClr val="bg1"/>
                </a:solidFill>
              </a:rPr>
              <a:t>San Francisco State University</a:t>
            </a:r>
          </a:p>
          <a:p>
            <a:pPr>
              <a:lnSpc>
                <a:spcPct val="100000"/>
              </a:lnSpc>
            </a:pPr>
            <a:r>
              <a:rPr lang="en-US" sz="1400" i="1">
                <a:solidFill>
                  <a:schemeClr val="bg1"/>
                </a:solidFill>
              </a:rPr>
              <a:t>May 2026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0EEADAF-D8D3-450B-A46D-DE8E54173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7716622-3BE8-0629-3D55-F6A10399E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9135"/>
            <a:ext cx="7772400" cy="68197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54B15A-45D7-FEE9-9941-CD70AADFA06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6000"/>
          </a:blip>
          <a:srcRect/>
          <a:stretch>
            <a:fillRect/>
          </a:stretch>
        </p:blipFill>
        <p:spPr>
          <a:xfrm>
            <a:off x="442457" y="3676294"/>
            <a:ext cx="1390045" cy="13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7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D2E6E-C521-1DAF-E2E9-D29CA339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FDD341-538C-0AC3-5ED7-D6A7F7C14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B72D8F-566D-2C4D-2240-D645A1BE1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C3DEAB4-ED75-52E0-13C7-BEDFEF529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43F442-05AE-19E4-BD6D-1171797B4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B127CAE-D261-8B90-012D-2BF8B91C8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C396E1D-230D-2901-D429-65FCABB78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47260"/>
            <a:ext cx="11258550" cy="67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27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6986BB-A752-4B7B-BBAE-075CF8B89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4" y="0"/>
            <a:ext cx="11505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66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C0E6AB-EAB6-41E0-9D49-369643E87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EE5A1A-DA9B-DFF6-98BB-847366952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3" y="1"/>
            <a:ext cx="12198485" cy="6857999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36F63048-7550-14EE-0249-371230BA7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367" y="340667"/>
            <a:ext cx="6577264" cy="76646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>
                <a:solidFill>
                  <a:schemeClr val="bg1"/>
                </a:solidFill>
              </a:rPr>
              <a:t>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2575171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58CE9-E0D9-D51C-B747-6CD061391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7A72C0-0F6C-CC04-F519-82C2B04C7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039" y="137026"/>
            <a:ext cx="9875922" cy="658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48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F99C3-9F83-58C6-AE99-3DB21960A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86" y="63941"/>
            <a:ext cx="11917027" cy="673011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DE4388D-BEF5-F609-CB9E-C6311DFA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821" y="176236"/>
            <a:ext cx="8650356" cy="670666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Most organizations are constrained</a:t>
            </a:r>
          </a:p>
        </p:txBody>
      </p:sp>
    </p:spTree>
    <p:extLst>
      <p:ext uri="{BB962C8B-B14F-4D97-AF65-F5344CB8AC3E}">
        <p14:creationId xmlns:p14="http://schemas.microsoft.com/office/powerpoint/2010/main" val="4271492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3ACC4AC-958A-BD3A-1D7E-DA128191A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06" y="428770"/>
            <a:ext cx="10021387" cy="60004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7D02BBE-8712-C9AD-9314-C6A164C5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0821" y="157605"/>
            <a:ext cx="8650356" cy="670666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What’s holding it back</a:t>
            </a:r>
          </a:p>
        </p:txBody>
      </p:sp>
    </p:spTree>
    <p:extLst>
      <p:ext uri="{BB962C8B-B14F-4D97-AF65-F5344CB8AC3E}">
        <p14:creationId xmlns:p14="http://schemas.microsoft.com/office/powerpoint/2010/main" val="2288199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33AFB-32AB-22F3-A750-2D09C671A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38335A-EE6C-09D6-DC1F-861D9C603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50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00066-CCC7-E060-62C4-BD3C73606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342CAE-23AE-194E-85F1-0A7AE1E60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5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F81F3A-7402-F9D6-AF0E-C24A67C5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1A4AF2-A2BB-6549-D535-770EB8F2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82" y="0"/>
            <a:ext cx="11298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95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2E89F-C914-94D2-5217-3482895B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3C2268-2749-06BF-66F2-8435F3668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85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70ACE-6AF6-CCB3-565A-27EC2C5A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A0FF74-1A05-8551-96F4-727CB958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14" y="0"/>
            <a:ext cx="11505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91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963076-13EC-E545-96FB-845F11A4F68E}">
  <we:reference id="b0430364-2ab6-47cd-907e-f8b72239b204" version="4.13.31.0" store="EXCatalog" storeType="EXCatalog"/>
  <we:alternateReferences>
    <we:reference id="WA200000729" version="4.13.3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Macintosh PowerPoint</Application>
  <PresentationFormat>Widescreen</PresentationFormat>
  <Paragraphs>10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Calisto MT</vt:lpstr>
      <vt:lpstr>Univers Condensed</vt:lpstr>
      <vt:lpstr>ChronicleVTI</vt:lpstr>
      <vt:lpstr>From Capability to Competitive Advantage Why IT Still Falls Short </vt:lpstr>
      <vt:lpstr>PowerPoint Presentation</vt:lpstr>
      <vt:lpstr>PowerPoint Presentation</vt:lpstr>
      <vt:lpstr>Data Collection</vt:lpstr>
      <vt:lpstr>PowerPoint Presentation</vt:lpstr>
      <vt:lpstr>Most organizations are constrained</vt:lpstr>
      <vt:lpstr>What’s holding it back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 Asaulyuk</dc:creator>
  <cp:lastModifiedBy>Marko Asaulyuk</cp:lastModifiedBy>
  <cp:revision>1</cp:revision>
  <dcterms:created xsi:type="dcterms:W3CDTF">2026-02-21T23:25:58Z</dcterms:created>
  <dcterms:modified xsi:type="dcterms:W3CDTF">2026-05-11T03:04:38Z</dcterms:modified>
</cp:coreProperties>
</file>